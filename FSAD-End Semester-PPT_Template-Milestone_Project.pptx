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2" r:id="rId15"/>
    <p:sldId id="271" r:id="rId16"/>
    <p:sldId id="270" r:id="rId17"/>
    <p:sldId id="265" r:id="rId18"/>
  </p:sldIdLst>
  <p:sldSz cx="18288000" cy="10287000"/>
  <p:notesSz cx="6858000" cy="9144000"/>
  <p:embeddedFontLst>
    <p:embeddedFont>
      <p:font typeface="Bookman Old Style" panose="02050604050505020204" pitchFamily="18" charset="0"/>
      <p:regular r:id="rId19"/>
      <p:bold r:id="rId20"/>
      <p:italic r:id="rId21"/>
      <p:boldItalic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Gotham" panose="020B0604020202020204" charset="0"/>
      <p:regular r:id="rId27"/>
    </p:embeddedFont>
    <p:embeddedFont>
      <p:font typeface="Gotham Bold Italics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3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33CC"/>
                </a:solidFill>
              </a:rPr>
              <a:t>TICKET BOOKING OF AN INTERNAL DEPARTMENT EVENT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IN" sz="3000" spc="-30" dirty="0">
                <a:latin typeface="Cambria"/>
                <a:cs typeface="Cambria"/>
              </a:rPr>
              <a:t>V SAI NAVADEEP KRISHNA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VTU24596– 23UECS0600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44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IN" sz="3200" spc="-90" dirty="0">
                <a:cs typeface="Calibri"/>
              </a:rPr>
              <a:t>Dr.</a:t>
            </a:r>
            <a:r>
              <a:rPr lang="en-IN" sz="3200" spc="-75" dirty="0">
                <a:cs typeface="Calibri"/>
              </a:rPr>
              <a:t> </a:t>
            </a:r>
            <a:r>
              <a:rPr lang="en-IN" sz="3200" dirty="0">
                <a:cs typeface="Calibri"/>
              </a:rPr>
              <a:t>Hafizur</a:t>
            </a:r>
            <a:r>
              <a:rPr lang="en-IN" sz="3200" spc="-70" dirty="0">
                <a:cs typeface="Calibri"/>
              </a:rPr>
              <a:t> </a:t>
            </a:r>
            <a:r>
              <a:rPr lang="en-IN" sz="3200" dirty="0">
                <a:cs typeface="Calibri"/>
              </a:rPr>
              <a:t>Rahman</a:t>
            </a:r>
            <a:r>
              <a:rPr lang="en-IN" sz="3000" dirty="0">
                <a:latin typeface="Cambria"/>
                <a:cs typeface="Cambria"/>
              </a:rPr>
              <a:t>-</a:t>
            </a:r>
            <a:r>
              <a:rPr lang="en-IN" sz="3000" spc="545" dirty="0">
                <a:latin typeface="Cambria"/>
                <a:cs typeface="Cambria"/>
              </a:rPr>
              <a:t> </a:t>
            </a:r>
            <a:r>
              <a:rPr lang="en-IN" sz="3000" dirty="0">
                <a:latin typeface="Cambria"/>
                <a:cs typeface="Cambria"/>
              </a:rPr>
              <a:t>B.E.,</a:t>
            </a:r>
            <a:r>
              <a:rPr lang="en-IN" sz="3000" spc="-80" dirty="0">
                <a:latin typeface="Cambria"/>
                <a:cs typeface="Cambria"/>
              </a:rPr>
              <a:t> </a:t>
            </a:r>
            <a:r>
              <a:rPr lang="en-IN" sz="3000" spc="-25" dirty="0" err="1">
                <a:latin typeface="Cambria"/>
                <a:cs typeface="Cambria"/>
              </a:rPr>
              <a:t>M.Tech</a:t>
            </a:r>
            <a:r>
              <a:rPr lang="en-IN" sz="3000" spc="-25" dirty="0">
                <a:latin typeface="Cambria"/>
                <a:cs typeface="Cambria"/>
              </a:rPr>
              <a:t>.,</a:t>
            </a:r>
            <a:r>
              <a:rPr lang="en-IN" sz="3000" spc="-80" dirty="0">
                <a:latin typeface="Cambria"/>
                <a:cs typeface="Cambria"/>
              </a:rPr>
              <a:t> </a:t>
            </a:r>
            <a:r>
              <a:rPr lang="en-IN" sz="3000" spc="-10" dirty="0">
                <a:latin typeface="Cambria"/>
                <a:cs typeface="Cambria"/>
              </a:rPr>
              <a:t>Ph.D.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7336321" y="6652163"/>
            <a:ext cx="411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SDG:–</a:t>
            </a:r>
            <a:r>
              <a:rPr lang="en-US" sz="2000" b="1" spc="-25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SDG</a:t>
            </a:r>
            <a:r>
              <a:rPr lang="en-US" sz="2000" b="1" spc="-1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4-</a:t>
            </a:r>
            <a:r>
              <a:rPr lang="en-US" sz="2000" b="1" spc="-3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Quality</a:t>
            </a:r>
            <a:r>
              <a:rPr lang="en-US" sz="2000" b="1" spc="-40" dirty="0">
                <a:latin typeface="Times New Roman"/>
                <a:cs typeface="Times New Roman"/>
              </a:rPr>
              <a:t> </a:t>
            </a:r>
            <a:r>
              <a:rPr lang="en-US" sz="2000" b="1" spc="-10" dirty="0">
                <a:latin typeface="Times New Roman"/>
                <a:cs typeface="Times New Roman"/>
              </a:rPr>
              <a:t>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2230527"/>
            <a:ext cx="150823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 events managed manually cause overbooking, data errors and poor experience.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TechNova 2025 is a React JS-based single-page web application for internal departmental ticket booking.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faculty can view event details and book tickets through a validated form interface.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Razorpay payment gateway enables secure real-time transactions with QR code e-ticket generation.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Admin Dashboard provides real-time analytics, event management, and automated refund processing.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Student Dashboard lets users track registrations, purchased tickets, and competition history.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with React JS, Vite, and CSS3, the platform features a glassmorphism dark-mode UI with live animations.</a:t>
            </a:r>
          </a:p>
        </p:txBody>
      </p:sp>
      <p:grpSp>
        <p:nvGrpSpPr>
          <p:cNvPr id="6" name="Group 37">
            <a:extLst>
              <a:ext uri="{FF2B5EF4-FFF2-40B4-BE49-F238E27FC236}">
                <a16:creationId xmlns:a16="http://schemas.microsoft.com/office/drawing/2014/main" id="{E5F04D9D-308A-3183-6836-B0EC5388A6D1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7" name="Freeform 38">
              <a:extLst>
                <a:ext uri="{FF2B5EF4-FFF2-40B4-BE49-F238E27FC236}">
                  <a16:creationId xmlns:a16="http://schemas.microsoft.com/office/drawing/2014/main" id="{DD6C4498-CEE7-2D27-F0C3-97EBEC11E86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9">
              <a:extLst>
                <a:ext uri="{FF2B5EF4-FFF2-40B4-BE49-F238E27FC236}">
                  <a16:creationId xmlns:a16="http://schemas.microsoft.com/office/drawing/2014/main" id="{2238B763-36E8-D0F8-087D-09B56E0E974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121641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54166" y="2322734"/>
            <a:ext cx="150823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 events are managed manually, leading to overbooking, data loss, and poor user experience.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automated system exists for internal departmental ticket booking within academic institutions.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platforms like BookMyShow and Ticketmaster charge high fees and are too complex for campus use.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cannot view live seat availability or receive instant booking confirmations.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Organizers lack a centralized dashboard to manage events, track registrations, and process refunds.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integrated payment system with QR-code e-ticket generation for campus-level events.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lightweight, cost-free, purpose-built system tailored for academic institutions is needed.</a:t>
            </a: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2FF1B020-E599-4243-0745-94658C4B75D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8D5722D6-1AB3-AFC3-50FD-97E032A64A8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8C494B58-803A-A1A0-E7D1-2C6625F9E9E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CF58B49F-CF64-89F9-D6CB-EEBCFCA5C76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BFE0BB44-45F2-A4A6-9B89-0E8576D618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B7E50780-1EA1-5613-9DE5-1713C4D8E91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C6502AF-CCC8-31E6-FA60-391BF4CC2DF4}"/>
              </a:ext>
            </a:extLst>
          </p:cNvPr>
          <p:cNvSpPr txBox="1"/>
          <p:nvPr/>
        </p:nvSpPr>
        <p:spPr>
          <a:xfrm>
            <a:off x="1905000" y="1849354"/>
            <a:ext cx="147066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 React JS-based single-page ticket booking application for the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TechNova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 internal departmental technical event.</a:t>
            </a:r>
          </a:p>
          <a:p>
            <a:pPr marL="457200" indent="-457200">
              <a:buFontTx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 Event Details Module displaying event name, department, date, time, venue, price, and live ticket availability.</a:t>
            </a:r>
          </a:p>
          <a:p>
            <a:pPr marL="457200" indent="-457200">
              <a:buFontTx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Ticket Booking Module with a validated form capturing name, email, department, and number of tickets.</a:t>
            </a:r>
          </a:p>
          <a:p>
            <a:pPr marL="457200" indent="-457200">
              <a:buFontTx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Enforce all input validations: mandatory fields, email format check, positive ticket count, and overbooking prevention.</a:t>
            </a:r>
          </a:p>
          <a:p>
            <a:pPr marL="457200" indent="-457200">
              <a:buFontTx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update the available ticket count using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React's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hook after each successful booking without page reload.</a:t>
            </a:r>
          </a:p>
          <a:p>
            <a:pPr marL="457200" indent="-457200">
              <a:buFontTx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 booking confirmation modal showing attendee name, event name, tickets booked, and total amount on successful submission.</a:t>
            </a:r>
          </a:p>
          <a:p>
            <a:pPr marL="457200" indent="-457200">
              <a:buFontTx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core React concepts: functional components, JSX,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event handling, and conditional rendering in a real project.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121379" y="1820896"/>
            <a:ext cx="13715999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TechNova 2025 is a React JS SPA with Vite build tool, featuring a glassmorphism dark-mode UI with animated grid backgrounds.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Multi-step booking flow: users select departments, ticket quantities, and up to 3 competitions before proceeding to payment.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Razorpay payment gateway integrated in Test Mode — supports card, UPI, and net banking with real-time payment verification.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QR Code E-Tickets generated automatically after successful payment — downloadable and scannable at entry.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Dashboard shows active registrations, purchased tickets, total spending, and registered competitions.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 provides live revenue analytics, total tickets sold, event creation/deletion, and full booking oversight.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refund logic — deleting an event cancels and refunds all associated student bookings automatically.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Outperforms existing platforms: zero service charges, purpose-built for campus use, instant browser deployment.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25879" y="40048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F283DDE-1616-62AE-4C34-D40B631B4EC7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277AC33-DE92-DEAD-3684-F9E584FE7CE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56B25065-0B92-DE42-94C2-2ECB8CBB349C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0" y="48663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322536" y="1939521"/>
            <a:ext cx="7431064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credentials, event selection, ticket quantity, competition choices,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 details.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JS functional components with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useContext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hooks handle validation, state updates,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checkout flow.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(eventData.js):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In-memory mock database stores events, competitions, user bookings, and ticket availability — updated in real time.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confirmation with QR code e-ticket; Admin dashboard with live revenue charts, booking table, and event controls.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BA7FDE-06A6-1CD2-0A98-D43F63402C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4392" y="2891643"/>
            <a:ext cx="7154251" cy="48733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58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162877" y="1403730"/>
            <a:ext cx="7666923" cy="769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— Authentication:</a:t>
            </a:r>
          </a:p>
          <a:p>
            <a:pPr marL="457200" indent="-457200" algn="just">
              <a:buFontTx/>
              <a:buChar char="-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registers or logs in. AuthContext identifies role (Student / Admin) and routes to the correct dashboard.</a:t>
            </a:r>
          </a:p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— Event Browsing:</a:t>
            </a:r>
          </a:p>
          <a:p>
            <a:pPr marL="457200" indent="-457200" algn="just">
              <a:buFontTx/>
              <a:buChar char="-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EventPage fetches event data from eventData.js and displays live seat availability with category filters.</a:t>
            </a:r>
          </a:p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— Booking Form:</a:t>
            </a:r>
          </a:p>
          <a:p>
            <a:pPr marL="457200" indent="-457200" algn="just">
              <a:buFontTx/>
              <a:buChar char="-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BookingPage collects name, email, department, ticket count, and up to 3 competition choices. validate() checks all fields.</a:t>
            </a:r>
          </a:p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— Payment:</a:t>
            </a:r>
          </a:p>
          <a:p>
            <a:pPr marL="457200" indent="-457200" algn="just">
              <a:buFontTx/>
              <a:buChar char="-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valid submission, razorpayService.js opens the Razorpay checkout. Success callback stores booking and decrements seat count.</a:t>
            </a:r>
          </a:p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— Confirmation:</a:t>
            </a:r>
          </a:p>
          <a:p>
            <a:pPr marL="457200" indent="-457200" algn="just">
              <a:buFontTx/>
              <a:buChar char="-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BookingConfirmation renders a summary with a QR code e-ticket that the user can download as a digital pass.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5FF0B2D0-7843-1835-7081-F69B51BDD5B8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E43E843-CEEF-9B58-BAB6-E0FEFB947A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B7A3D907-9F7C-D8D3-DE54-E07FC037F8C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01383C5-7ED7-A973-EEE9-E7A6096AB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6778" y="2525065"/>
            <a:ext cx="7321251" cy="52619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67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2150000"/>
            <a:ext cx="15082325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Frontend: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React JS (v18) — Functional components, useState, useContext, useEffect; Vite build tool; Custom CSS3 with CSS variables.</a:t>
            </a:r>
          </a:p>
          <a:p>
            <a:r>
              <a:rPr lang="en-US" sz="2800" b="1" dirty="0"/>
              <a:t>Backend: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No dedicated backend — all logic handled client-side via React hooks and in-memory eventData.js state management.</a:t>
            </a:r>
          </a:p>
          <a:p>
            <a:r>
              <a:rPr lang="en-US" sz="2800" b="1" dirty="0"/>
              <a:t>Database: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In-memory mock database (eventData.js) — stores events, bookings, competitions, and user data; resets on refresh.</a:t>
            </a:r>
          </a:p>
          <a:p>
            <a:r>
              <a:rPr lang="en-US" sz="2800" b="1" dirty="0"/>
              <a:t>Third-Party API: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Razorpay Checkout API (Test Mode) — card, UPI, net banking support; QR code generation for e-tickets.</a:t>
            </a:r>
          </a:p>
          <a:p>
            <a:r>
              <a:rPr lang="en-US" sz="2800" b="1" dirty="0"/>
              <a:t>Tools: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VS Code, Node.js (npm), Git, GitHub; Google Fonts (Orbitron + Sora); .env for API key management.</a:t>
            </a:r>
          </a:p>
          <a:p>
            <a:r>
              <a:rPr lang="en-US" sz="2800" b="1" dirty="0"/>
              <a:t>Hardware / Software Requirements: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Any modern browser (Chrome, Firefox); Node.js v18+; 4GB RAM minimum; Internet for Razorpay script loading.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D847D41-4470-420F-942D-93587F92804D}"/>
              </a:ext>
            </a:extLst>
          </p:cNvPr>
          <p:cNvGrpSpPr/>
          <p:nvPr/>
        </p:nvGrpSpPr>
        <p:grpSpPr>
          <a:xfrm>
            <a:off x="14401800" y="-2955537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A4FD480D-1445-2C4B-DB46-82271E5DF7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26A1CA4A-B4D1-F4E6-0933-879F4CA7F8F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2150000"/>
            <a:ext cx="1508232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Module 1: User Authentication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Handles student and admin login via AuthContext.jsx. Role-based routing redirects users to Student Dashboard or Admin Panel.</a:t>
            </a:r>
          </a:p>
          <a:p>
            <a:r>
              <a:rPr lang="en-US" sz="2800" b="1" dirty="0"/>
              <a:t>Module 2: Event Details Module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EventDetails.jsx displays event name, department, date, time, venue, ticket price, and live seat availability with colour-coded progress bar.</a:t>
            </a:r>
          </a:p>
          <a:p>
            <a:r>
              <a:rPr lang="en-US" sz="2800" b="1" dirty="0"/>
              <a:t>Module 3: Ticket Booking Module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BookingPage.jsx provides a multi-step form with full input validation — name, email, department, quantity, and competition selection.</a:t>
            </a:r>
          </a:p>
          <a:p>
            <a:r>
              <a:rPr lang="en-US" sz="2800" b="1" dirty="0"/>
              <a:t>Module 4: Payment &amp; E-Ticket (Innovative Module)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Razorpay Checkout integration with real-time payment verification. ETicket.jsx generates a scannable QR code downloadable pass on success.</a:t>
            </a:r>
          </a:p>
          <a:p>
            <a:r>
              <a:rPr lang="en-US" sz="2800" b="1" dirty="0"/>
              <a:t>Module 5: Admin Dashboard &amp; Analytics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AdminPage.jsx shows live revenue charts (Charts.jsx), total registrations, event creation/deletion, and automated refund processing.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1192788" y="67300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1434941" y="33919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1434941" y="20585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1434941" y="40595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1434941" y="27243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1434941" y="53948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1434941" y="47272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1434941" y="60624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1434941" y="78370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627870" y="-1023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609600" y="4191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673531" y="2571672"/>
            <a:ext cx="1393014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screenshot: Home Page — TechNova 2025 landing page with countdown timer, seat counter, and Book Ticket / View Details buttons.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screenshot: Login Page — Dark-themed sign-in form with email/password validation and role-based redirect.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screenshot: Booking Page — Multi-step checkout showing department selector, ticket count, competition picker, and Razorpay modal.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screenshot: QR Code E-Ticket — Booking confirmation modal with attendee summary and downloadable QR code e-ticket.</a:t>
            </a: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TechNova 2025 — Home Page</a:t>
            </a:r>
          </a:p>
          <a:p>
            <a:r>
              <a:rPr lang="en-US" sz="2800" dirty="0"/>
              <a:t>The landing page features a live countdown timer, real-time seat counter, and animated glassmorphism dark background. Users can click Book Ticket to start the booking flow or View Details to browse events.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6EAE66-B223-0E58-5642-32A73BB0C6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3221499"/>
            <a:ext cx="12067834" cy="651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1909306" y="1600804"/>
            <a:ext cx="68541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Admin Dashboard -- Admin to Dashboard Control with event management tools.</a:t>
            </a:r>
          </a:p>
          <a:p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669F5E-D683-06DA-6F1A-B1A71266369B}"/>
              </a:ext>
            </a:extLst>
          </p:cNvPr>
          <p:cNvSpPr txBox="1"/>
          <p:nvPr/>
        </p:nvSpPr>
        <p:spPr>
          <a:xfrm>
            <a:off x="9684320" y="1612778"/>
            <a:ext cx="725083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Student Login — Email and password sign-in with role detection; invalid credentials trigger inline error messages.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692DFD-6E98-89D6-2A9C-89F636006C8F}"/>
              </a:ext>
            </a:extLst>
          </p:cNvPr>
          <p:cNvCxnSpPr/>
          <p:nvPr/>
        </p:nvCxnSpPr>
        <p:spPr>
          <a:xfrm>
            <a:off x="9448800" y="1697977"/>
            <a:ext cx="0" cy="7484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996CBD2-5038-B868-FDDA-689A4C008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147" y="3613007"/>
            <a:ext cx="7277556" cy="488329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E05BEEB-1BB7-18A2-9D9A-115303820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285" y="3613008"/>
            <a:ext cx="7249987" cy="488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952C58-8480-45AF-A322-6DBD647D1E15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Events Page — Browse &amp; Register</a:t>
            </a:r>
          </a:p>
          <a:p>
            <a:r>
              <a:rPr lang="en-US" sz="2800" dirty="0"/>
              <a:t>The Events Page displays all available events as cards with category tags, seat availability, date, time, and venue. Students click View and Register to begin booking.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E64454-6C52-5A14-117A-225F84279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194" y="3289859"/>
            <a:ext cx="12339126" cy="637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DB03-5949-76CF-730D-FE5AC6B0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341F564-4633-428C-1F61-C503FD5273F1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1FA13A8-928A-9F16-48B2-4EDC4C148B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3C684A6-1477-B610-0A9F-CDE5A866C9C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BFD91F5-CD9A-E8BA-7FF7-B828C51DBDA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1D3B593-5A0E-46DF-756F-9A6B724213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946D6BE-BC77-E9AB-16E6-CEAE4EC0386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9330135-71E2-ADA0-7F41-06E42DB5D58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FA87DBC-CC89-B390-A600-F2BCC5965A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CA32750-0933-E1A1-02FD-38092240BB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C689BC3-874A-43DE-7ADA-76D7D45F17BE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AAAE51B-4974-D365-CB1C-3417B949CB4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9D04FC35-9F18-F798-684B-6BBE67C4701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670C5D5-4C3F-1D22-E9E5-0681D9C0FF3F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DB16E9D-BC44-D564-5FDF-928384F97CD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B15F0F5-9239-83CF-3B8C-609163E6FF0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0567A03-29B2-4F9E-E631-36FE41FB4BC1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3A0904EA-F016-AFDC-A93E-B4FBF8DF5EC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D2E5C0B-6A56-6C5E-3BFF-5914EABDA1A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C49E1BF9-01E4-4D78-0B81-1515246F3BDF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A615322-55A4-6B71-EFFE-393EDD590EA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9A62FE6-6F7A-31CB-33FC-4089D50C8E8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E5E3F7C-D94E-AEED-EB88-5EF146652DE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F97EDCC-00E9-DB52-74AC-0D01F0EF633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87E87BA-4DFA-76C8-6EE6-6878BA06A52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C2200B9-01A2-94A2-1F5B-1D6A25073A7A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926722E-12F6-5180-2638-ACFB885B5AA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EC42E6E-8AD6-04E2-8BD4-7FBD7CBDD24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72E90A24-DC79-6DE6-2922-BC4E3DF1ABC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6050E7B-D09F-A7E8-04A5-30F04395C26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BA8DA712-CF93-8857-BCB8-2E1D0BE7153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1063915-37FA-F966-5F01-81884DC752A6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2051EF-BCD0-491C-2351-0C381CC1977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83030-2F2A-8C96-2FEF-10234ABBF003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Booking &amp; Razorpay Payment Module</a:t>
            </a:r>
          </a:p>
          <a:p>
            <a:r>
              <a:rPr lang="en-US" sz="2800" dirty="0"/>
              <a:t>The Booking Page collects user details and validates all inputs. On confirmation, the Razorpay checkout modal opens for secure payment. A success screen shows the transaction ID and redirects to the e-ticket.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53E36D-CF02-70F7-444C-816624429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446" y="3808564"/>
            <a:ext cx="12039600" cy="566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07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1A08-FC7E-E512-85E3-5A8DF3EB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BB2DCE9-09B2-3827-0C54-7250AFB7359C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2DCF036-D101-249B-C54F-D58E4E597A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D1170D6-06BB-DFFF-2477-50FD484405A4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785E3DA-43D7-6E2B-749D-244B47A44AF5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087445-13BC-A3C2-4EAB-172A2DFF82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D6BC875-4EF7-1E48-E27F-CD2CB9084C9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A246BAE-7768-85A5-769E-DD4E0EC948CC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D5386C6-D378-1F86-3A74-665CAF7093C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388E6EA-CC2C-1138-B38D-334C1FAC67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FAEF74E-26CF-34A1-C455-EACB215CD50D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D273E81-3F09-3E12-65AB-91ACBC666C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0AFF68D-04DA-05F5-EEFC-F8696BEA8B6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1E02272-B02D-8927-8DE9-30A71B1B5C03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15D95B6-3A29-FC02-EB48-9FEF5DF2BE2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EE3B5F9-3E74-DB4B-8449-14B55FBC13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79B76B1-565E-D6B4-A58D-F5B455AB933C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02AF821-05F9-F6C8-352E-991A3B7F530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17ECA61-F265-684D-5BC5-25BD519341D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249936D-46DB-340A-ADF8-78F415479855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2C15C50-2FF6-0A35-9919-1804313CC7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3C08F9B-98FC-EAA8-F170-9DFC72F1E2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B638819-E938-92E6-85E3-83DB4781E6A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A0F2E00-1F56-DA43-BC39-CF1D23BBE2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2574F49-B0CA-ABD8-06B6-8B63313AC83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9DF8B14-A995-2A5D-D49A-5FEB6109B7A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9DDC544-CFB7-FF35-C651-90DB255994C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519A7CF-36B0-E5DF-CA4C-E3305A017B1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9A1EE6FB-E3CE-2D3B-EEF8-29E237D90D77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D029D1-9105-EAFF-D51D-80FFB3E788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A37FCF64-A25F-B7B1-3231-F0ED02AB601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25A7B4E-B6B6-4A34-72D3-B680576DECA5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6598B5-E12E-2312-2D11-26F42AEFD3F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4B2BB-27EE-9136-DC70-3E3D3A0AB764}"/>
              </a:ext>
            </a:extLst>
          </p:cNvPr>
          <p:cNvSpPr txBox="1"/>
          <p:nvPr/>
        </p:nvSpPr>
        <p:spPr>
          <a:xfrm>
            <a:off x="2209800" y="1638300"/>
            <a:ext cx="15082325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QR Code E-Ticket —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Innovative Module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Upon successful Razorpay payment, ETicket.jsx generates a digital ticket containing attendee details, event name, seat number, and a unique scannable QR code. Users can download it as a digital pass for event entry.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4EA32A-1586-B669-2409-87CBB29BD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4152900"/>
            <a:ext cx="8915400" cy="522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87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612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0" name="AdvantagesBox"/>
          <p:cNvSpPr txBox="1"/>
          <p:nvPr/>
        </p:nvSpPr>
        <p:spPr>
          <a:xfrm>
            <a:off x="1838979" y="1879510"/>
            <a:ext cx="15096489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Zero-cost, purpose-built solution — no service charges unlike BookMyShow or Ticketmaster.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state updates via React useState — instant UI refresh without page reloads.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Razorpay payment integration with QR code e-ticket generation on successful booking.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React component architecture — easy to maintain, extend, and deploy on any static host.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automated refund processing — deleting an event cancels all associated bookings instantly.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In-memory state resets on page refresh — no persistent database storage in the base system.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backend server — cannot scale to large concurrent users without Node.js and MySQL integration.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Email/SMS notifications and cloud deployment not yet implemented in the current version.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1708</Words>
  <Application>Microsoft Office PowerPoint</Application>
  <PresentationFormat>Custom</PresentationFormat>
  <Paragraphs>330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Bookman Old Style</vt:lpstr>
      <vt:lpstr>Calibri</vt:lpstr>
      <vt:lpstr>Gotham</vt:lpstr>
      <vt:lpstr>Cambria</vt:lpstr>
      <vt:lpstr>Gotham Bold Italics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Navadeep Krishna</dc:creator>
  <cp:lastModifiedBy>Navadeep Krishna</cp:lastModifiedBy>
  <cp:revision>21</cp:revision>
  <dcterms:created xsi:type="dcterms:W3CDTF">2006-08-16T00:00:00Z</dcterms:created>
  <dcterms:modified xsi:type="dcterms:W3CDTF">2026-05-06T02:21:05Z</dcterms:modified>
  <dc:identifier>DAHCaYqJ9OU</dc:identifier>
</cp:coreProperties>
</file>